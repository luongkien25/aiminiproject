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766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Customer Review Sentiment and Issue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68880"/>
            <a:ext cx="8961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CCFBF1"/>
                </a:solidFill>
                <a:latin typeface="Arial"/>
              </a:rPr>
              <a:t>AI Mini Project - Phân loại bình luận Shopee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794760"/>
            <a:ext cx="4480560" cy="914400"/>
          </a:xfrm>
          <a:prstGeom prst="roundRect">
            <a:avLst/>
          </a:prstGeom>
          <a:solidFill>
            <a:srgbClr val="1E405B"/>
          </a:solidFill>
          <a:ln w="12700">
            <a:solidFill>
              <a:srgbClr val="1E4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4050791"/>
            <a:ext cx="3931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Người trình bày: [Tên của bạn]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669280"/>
            <a:ext cx="10241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Arial"/>
              </a:rPr>
              <a:t>Sentiment classification + issue classification for Vietnamese e-commerce reviews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Dự án xây dựng pipeline học máy có giám sát cho bình luận khách hàng trên Shopee.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Bài toán gồm hai nhiệm vụ: phân loại cảm xúc và phân loại vấn đề chính trong bình luận.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Pipeline sử dụng tiền xử lý tiếng Việt, đặc trưng TF-IDF, baseline Naive Bayes, Linear SVM và một lớp rule an toàn.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Kết quả cuối: sentiment Accuracy 0.8318 / Macro F1 0.7993; issue Accuracy 0.7849 / Macro F1 0.7323.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Sàn thương mại điện tử nhận rất nhiều bình luận sản phẩm mỗi ngày.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Bình luận thường ngắn, informal, có teencode, emoji và lỗi chính tả.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Phân tích thủ công tốn thời gian và khó nhất quán.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Mục tiêu của project: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Dự đoán sentiment: positive, neutral, negative.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Dự đoán issue chính: no_issue, product_quality, packaging, shipping_delivery, ...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Đây là bài toán supervised text classification vì dữ liệu huấn luyện đã có nhãn.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Dataset and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Total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6508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Sentiment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Test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66534"/>
                </a:solidFill>
                <a:latin typeface="Arial"/>
              </a:rPr>
              <a:t>1302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514600"/>
            <a:ext cx="46634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Sentiment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negative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971800"/>
            <a:ext cx="1920239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3366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0332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positive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749039"/>
            <a:ext cx="1040557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56325" y="370332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1824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8056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neutral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4526280"/>
            <a:ext cx="751894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67662" y="448056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1318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514600"/>
            <a:ext cx="5212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Top issue labels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no_issue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971800"/>
            <a:ext cx="2468880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88167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392424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438144"/>
            <a:ext cx="24406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59911" y="3392424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858768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product_attribute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3904488"/>
            <a:ext cx="8924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11711" y="3858768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758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325112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wrong_missing_item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4370832"/>
            <a:ext cx="568654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87942" y="4325112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791456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packaging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837176"/>
            <a:ext cx="477999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97287" y="4791456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Main columns: review_text, cleaned_review, sentiment, issue, data_source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Rule-based classification: dễ giải thích và tốt với pattern rõ ràng, nhưng khó bao phủ hết trường hợp thực tế.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Bag-of-words và TF-IDF: cách biểu diễn văn bản phổ biến cho các mô hình học máy truyền thống.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Naive Bayes: baseline đơn giản, phù hợp để minh họa nguyên lý xác suất trong text classification.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t>• Linear SVM: mạnh nhất trong bản nộp với vector TF-IDF thưa.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Hybrid approach: mô hình học máy xử lý trường hợp tổng quát, rule sửa các pattern chắc chắn.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Method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6/15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Thu thập và gán nhãn review Shopee.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Tiền xử lý văn bản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6559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Chia train/test theo tỉ lệ 80/20 và stratify theo nhãn.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6534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Chuyển văn bản thành vector TF-IDF.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4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42A41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t>Train và so sánh Naive Bayes với Linear SVM.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6559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Áp dụng safe issue rules cho các lỗi rõ ràng.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434340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6552" y="452628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8888" y="448056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Đánh giá bằng Accuracy, Macro F1, classification report và confusion matrix.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06440"/>
            <a:ext cx="105156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42A41"/>
                </a:solidFill>
                <a:latin typeface="Arial"/>
              </a:rPr>
              <a:t>Repeatable training and evaluation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Preprocessing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File tiền xử lý chính: src/preprocess.py.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Các bước chính: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Unicode và chuyển chữ thường.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teencode thương mại điện tử như ko, k, dc, sp.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Xóa URL, emoji và ký tự nhiễu.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Giữ lại từ quan trọng như khong, chua, loi, cham, sai.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Đặc trưng: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Sentiment: TF-IDF unigram + bigram.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Issue: TF-IDF word + character n-grams.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Baseline: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Multinomial Naive Bayes tự cài đặt.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Đặc trưng unigram + bigram count.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Dùng để minh họa nguyên lý học có giám sát.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t>• Các mô hình được giữ trong code nộp: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Multinomial Naive Bayes.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Linear SVM.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Mô hình cuối: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Sentiment: TF-IDF unigram + bigram + Linear SVM.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Issue: TF-IDF word + char + Linear SVM + safe issue rules.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42976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Train/test split: 80/20, stratified by label.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Random state: 62.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Metric: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Accuracy đo tỉ lệ dự đoán đúng tổng thể.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Macro F1 đo chất lượng trung bình trên các lớp, hữu ích khi dữ liệu lệch nhãn.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Sentiment best: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TF-IDF unigram + bigram + Linear SVM.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57800" y="1417320"/>
          <a:ext cx="6217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Best configuration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unigram + bigram + Linear SVM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0.8318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0.7993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ML-only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word + char + Linear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final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Linear SVM + safe issue rules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0.7849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0.7323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NB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From-scratch unigram + bigram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03520" y="4069080"/>
            <a:ext cx="598932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32120" y="4279392"/>
            <a:ext cx="12801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42A41"/>
                </a:solidFill>
                <a:latin typeface="Arial"/>
              </a:rPr>
              <a:t>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4572000"/>
            <a:ext cx="53035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Arial"/>
              </a:rPr>
              <a:t>Linear SVM is the strongest model for sparse TF-IDF vectors. Safe rules add value only for clear issue patterns.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Sentiment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10/15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0.8318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0.7993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Best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SVM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F1 theo lớp: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negative: 0.89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neutral: 0.66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positive: 0.85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Lớp khó nhất là neutral vì nhiều bình luận nằm giữa khen nhẹ, chê nhẹ hoặc chỉ nhận xu.</a:t>
            </a:r>
          </a:p>
        </p:txBody>
      </p:sp>
      <p:pic>
        <p:nvPicPr>
          <p:cNvPr id="16" name="Picture 15" descr="confusion_matrix_sent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7018"/>
            <a:ext cx="5257800" cy="37555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Issue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0.7849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0.7323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Nhóm có F1 tốt: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no_issue: 0.86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product_quality: 0.80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seller_service: 0.81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wrong_missing_item: 0.79</a:t>
            </a:r>
          </a:p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Nhóm còn khó: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product_attribute: 0.59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spam_irrelevant: 0.60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price_value: ít mẫu, F1 0.67</a:t>
            </a:r>
          </a:p>
        </p:txBody>
      </p:sp>
      <p:pic>
        <p:nvPicPr>
          <p:cNvPr id="16" name="Picture 15" descr="confusion_matrix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040" y="2113878"/>
            <a:ext cx="5760720" cy="47441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Sentiment: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 thường bị dự đoán thành negative.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positive bị dự đoán thành neutral.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Issue: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product_quality và product_attribute dễ nhầm với nhau.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no_issue bị nhầm sang issue liên quan đến sản phẩm.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Nguyên nhân: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Review ngắn và thiếu ngữ cảnh.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Cách viết informal, nhiều biến thể.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review có thể chứa nhiều vấn đề.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Bài toán issue hiện là single-label nên chỉ chọn một issue chính.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What I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Chuẩn bị và làm sạch dữ liệu bình luận Shopee đã gán nhãn.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Xây dựng tiền xử lý trong src/preprocess.py.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t>• Cài thuật toán Naive Bayes từ đầu trong src/naive_bayes_model.py.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t>• Train Naive Bayes và Linear SVM trong: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src/train_sentiment.py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src/train_issue.py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Tạo report và confusion matrix trong src/evaluate.py.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Lưu model cuối trong thư mục models/.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Viết demo dự đoán bình luận mới trong src/predict.py.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8686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>
                <a:solidFill>
                  <a:srgbClr val="142A41"/>
                </a:solidFill>
                <a:latin typeface="Consolas"/>
              </a:rPr>
              <a:t>shop giao cham, hop bi mop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325880" y="2743200"/>
          <a:ext cx="9509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Processed 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shop giao cham hop bi mop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clear_negative_rule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packaging_priority_rule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325880" y="5486400"/>
            <a:ext cx="9509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The rule layer reinforces clear complaints such as slow delivery or damaged packaging.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Project đã xây dựng một pipeline hoàn chỉnh để phân loại bình luận Shopee.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TF-IDF + Linear SVM hoạt động tốt cho cả sentiment và issue classification.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Safe issue rules giúp cải thiện kết quả issue classification cuối.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Giới hạn hiện tại: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 đang là single-label.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lớp có ít dữ liệu.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 sentiment vẫn khó.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Hướng phát triển: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Bổ sung dữ liệu review thủ công cho lớp nhỏ.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Mở rộng sang multi-label issue prediction.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Thử mô hình ngôn ngữ tiếng Việt pretrained để so sánh.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1309</Words>
  <Application>Microsoft Office PowerPoint</Application>
  <PresentationFormat>Widescreen</PresentationFormat>
  <Paragraphs>225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Đức Kiên</cp:lastModifiedBy>
  <cp:revision>2</cp:revision>
  <dcterms:created xsi:type="dcterms:W3CDTF">2013-01-27T09:14:16Z</dcterms:created>
  <dcterms:modified xsi:type="dcterms:W3CDTF">2026-05-19T03:02:05Z</dcterms:modified>
  <cp:category/>
</cp:coreProperties>
</file>